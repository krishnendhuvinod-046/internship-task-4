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6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00700" y="5702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40418" y="2224087"/>
            <a:ext cx="93111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Task 4</a:t>
            </a:r>
            <a:r>
              <a:rPr b="1" i="0" lang="en-US" sz="5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b="1" lang="en-US" sz="5250">
                <a:solidFill>
                  <a:srgbClr val="1DB954"/>
                </a:solidFill>
                <a:latin typeface="Poppins"/>
                <a:ea typeface="Poppins"/>
                <a:cs typeface="Poppins"/>
                <a:sym typeface="Poppins"/>
              </a:rPr>
              <a:t>Dashboard Design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662112" y="3424237"/>
            <a:ext cx="886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662112" y="4157662"/>
            <a:ext cx="886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Krishnendhu P A (</a:t>
            </a:r>
            <a:r>
              <a:rPr b="0" i="0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Data Analyst Intern)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190750" y="27527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Objective: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To design an interactive dashboard for business stakeholders to monitor and analyze call center sales performance.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190750" y="3457575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Tool: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Tableau was selected for its powerful and flexible data visualization capabilities.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190750" y="3905250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The analysis is based on a call center dataset, focusing on calls, agents, and product sales.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190750" y="43529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Provide actionable insights to inform business decisions, improve agent training, and increase sales efficiency.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8003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5052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9528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40055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Objective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909762"/>
            <a:ext cx="3429000" cy="39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95813" y="2919412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DB954"/>
                </a:solidFill>
                <a:latin typeface="Poppins"/>
                <a:ea typeface="Poppins"/>
                <a:cs typeface="Poppins"/>
                <a:sym typeface="Poppins"/>
              </a:rPr>
              <a:t>Total Products Sold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66775" y="4148137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The primary volume metric. This tracks the total number of successful sales made by the team, providing a clear view of overall output.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810839" y="2919412"/>
            <a:ext cx="257032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DB954"/>
                </a:solidFill>
                <a:latin typeface="Poppins"/>
                <a:ea typeface="Poppins"/>
                <a:cs typeface="Poppins"/>
                <a:sym typeface="Poppins"/>
              </a:rPr>
              <a:t>Conversion Rate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76775" y="3690937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The key efficiency metric. Calculated as (Total Sales / Total Calls Picked Up), this KPI measures how effectively an agent converts a call into a sale.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15813" y="2919412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DB954"/>
                </a:solidFill>
                <a:latin typeface="Poppins"/>
                <a:ea typeface="Poppins"/>
                <a:cs typeface="Poppins"/>
                <a:sym typeface="Poppins"/>
              </a:rPr>
              <a:t>Average Call Duration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86775" y="4148137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 measure of operational performance. This tracks the average time spent on a call, helping identify trends in call handling and agent efficiency.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2240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0" y="222408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2240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Performance Indicators (KPIs)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22383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 Overview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2867025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This is the central hub for our analysis. The dashboard provides a high-level overview of our main KPIs, tracks individual agent performance, and allows for deep-dive analysis in one unified view.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382905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Stakeholders can use this tool to get instant answers on team performance and sales efficiency.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4533900"/>
            <a:ext cx="528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16" title="Screenshot 2025-11-18 140323.png"/>
          <p:cNvPicPr preferRelativeResize="0"/>
          <p:nvPr/>
        </p:nvPicPr>
        <p:blipFill rotWithShape="1">
          <a:blip r:embed="rId4">
            <a:alphaModFix/>
          </a:blip>
          <a:srcRect b="-9158" l="-1077" r="-4541" t="0"/>
          <a:stretch/>
        </p:blipFill>
        <p:spPr>
          <a:xfrm>
            <a:off x="5780825" y="1391938"/>
            <a:ext cx="6212201" cy="37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Final Dashboard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71500" y="2767012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1DB954"/>
                </a:solidFill>
                <a:latin typeface="Poppins"/>
                <a:ea typeface="Poppins"/>
                <a:cs typeface="Poppins"/>
                <a:sym typeface="Poppins"/>
              </a:rPr>
              <a:t>40%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4195762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Of Sales from Top Agents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334125" y="276701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Performance Concentration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334125" y="339566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The dashboard immediately reveals that sales performance is highly concentrated.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334125" y="4100512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 small group of high-performing agents is responsible for a significant portion of all sales. This highlights a key opportunity for knowledge sharing from top performers to the rest of the team.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Insight: Top Performers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00325"/>
            <a:ext cx="5286375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849391" y="29908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DB954"/>
                </a:solidFill>
                <a:latin typeface="Poppins"/>
                <a:ea typeface="Poppins"/>
                <a:cs typeface="Poppins"/>
                <a:sym typeface="Poppins"/>
              </a:rPr>
              <a:t>Observation: Volume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962025" y="361950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The dashboard shows that some agents with the highest *volume* of sales do not necessarily have the highest *conversion rates*. They achieve their numbers through a high volume of calls.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612016" y="29908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DB954"/>
                </a:solidFill>
                <a:latin typeface="Poppins"/>
                <a:ea typeface="Poppins"/>
                <a:cs typeface="Poppins"/>
                <a:sym typeface="Poppins"/>
              </a:rPr>
              <a:t>Opportunity: Efficiency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724650" y="361950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Other agents have much higher conversion rates, securing more sales with fewer calls. We can analyze their techniques (e.g., call scripts, handling objections) to create a best-practice model for team-wide training.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Insight: The Efficiency Gap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2057400" y="2508051"/>
            <a:ext cx="807720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Call quality and agent skill are more important than call length.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3971925" y="4073723"/>
            <a:ext cx="4248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— Key Finding from Duration vs. Sales Analysis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1676400" y="4616648"/>
            <a:ext cx="7955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The scatter plot analysis shows no strong correlation between *longer* calls and *more* sales. Many successful sales occur at or below the average call duration, suggesting that efficiency is key.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1581150" y="2793801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10334625" y="3692723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Insight: Call Duration Analysis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2190750" y="28479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Agent Filter: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The "Agent Name" filter allows stakeholders to dynamically select one or more agents, causing all charts and KPIs to update instantly.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2190750" y="355282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Cross-Filtering Actions: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Clicking an agent's name on any chart (e.g., "Top Sales Performers") will filter the *entire dashboard* to that specific agent.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2190750" y="4257675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Detailed Tooltips:</a:t>
            </a:r>
            <a:r>
              <a:rPr b="0" i="0" lang="en-US" sz="1350" u="none" cap="none" strike="noStrik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Hovering over any data point provides a detailed tooltip with specific numbers for Sales, Conversion Rate, and Call Duration for that agent.</a:t>
            </a:r>
            <a:endParaRPr/>
          </a:p>
        </p:txBody>
      </p:sp>
      <p:pic>
        <p:nvPicPr>
          <p:cNvPr descr="image.png" id="173" name="Google Shape;17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895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6004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3053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Interactive Dashboard Features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DB954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571500" y="3843337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